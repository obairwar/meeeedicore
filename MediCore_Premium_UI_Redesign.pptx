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MediCore HMS — Premium UI Redesign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Modern, high-end SaaS-grade frontend (Tailwind + shadcn). Backend unchanged.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Modern, premium visual language (medical-grade)</a:t>
            </a:r>
          </a:p>
          <a:p>
            <a:pPr>
              <a:defRPr sz="2000"/>
            </a:pPr>
            <a:r>
              <a:t>Better UX: clearer hierarchy, faster scanning, fewer clicks</a:t>
            </a:r>
          </a:p>
          <a:p>
            <a:pPr>
              <a:defRPr sz="2000"/>
            </a:pPr>
            <a:r>
              <a:t>Responsive navigation: desktop sidebar + mobile drawer</a:t>
            </a:r>
          </a:p>
          <a:p>
            <a:pPr>
              <a:defRPr sz="2000"/>
            </a:pPr>
            <a:r>
              <a:t>Reusable UI primitives to keep the product consistent</a:t>
            </a:r>
          </a:p>
          <a:p>
            <a:pPr>
              <a:defRPr sz="2000"/>
            </a:pPr>
            <a:r>
              <a:t>Dark mode support across key surfaces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03504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Scope: Patient + Doctor + Receptionist + Admin dashboards, booking, queue UX.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System (Palette)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Primary: #2563eb</a:t>
            </a:r>
          </a:p>
          <a:p>
            <a:pPr>
              <a:defRPr sz="2000"/>
            </a:pPr>
            <a:r>
              <a:t>Secondary: #0f172a</a:t>
            </a:r>
          </a:p>
          <a:p>
            <a:pPr>
              <a:defRPr sz="2000"/>
            </a:pPr>
            <a:r>
              <a:t>Accent: #22c55e</a:t>
            </a:r>
          </a:p>
          <a:p>
            <a:pPr>
              <a:defRPr sz="2000"/>
            </a:pPr>
            <a:r>
              <a:t>Background: #f8fafc</a:t>
            </a:r>
          </a:p>
          <a:p>
            <a:pPr>
              <a:defRPr sz="2000"/>
            </a:pPr>
            <a:r>
              <a:t>Glass surfaces + subtle shadows + lg→2xl radii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Was Implemented (High-level)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Tokens &amp; typography aligned with premium palette</a:t>
            </a:r>
          </a:p>
          <a:p>
            <a:pPr>
              <a:defRPr sz="2000"/>
            </a:pPr>
            <a:r>
              <a:t>App shell: glass sticky top bar + improved surfaces + dark mode toggle</a:t>
            </a:r>
          </a:p>
          <a:p>
            <a:pPr>
              <a:defRPr sz="2000"/>
            </a:pPr>
            <a:r>
              <a:t>Reusable UI kit: StatCard, EmptyState, LoadingSkeleton</a:t>
            </a:r>
          </a:p>
          <a:p>
            <a:pPr>
              <a:defRPr sz="2000"/>
            </a:pPr>
            <a:r>
              <a:t>Forms: floating label textarea in booking</a:t>
            </a:r>
          </a:p>
          <a:p>
            <a:pPr>
              <a:defRPr sz="2000"/>
            </a:pPr>
            <a:r>
              <a:t>Dashboards: Patient + Admin updated for premium look</a:t>
            </a:r>
          </a:p>
          <a:p>
            <a:pPr>
              <a:defRPr sz="2000"/>
            </a:pPr>
            <a:r>
              <a:t>Charts: premium ChartCard surface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UX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Glassmorphism header (blur) with dark-mode support</a:t>
            </a:r>
          </a:p>
          <a:p>
            <a:pPr>
              <a:defRPr sz="2000"/>
            </a:pPr>
            <a:r>
              <a:t>Premium KPI cards (icon + value + delta)</a:t>
            </a:r>
          </a:p>
          <a:p>
            <a:pPr>
              <a:defRPr sz="2000"/>
            </a:pPr>
            <a:r>
              <a:t>Skeleton loading blocks (cards/tables)</a:t>
            </a:r>
          </a:p>
          <a:p>
            <a:pPr>
              <a:defRPr sz="2000"/>
            </a:pPr>
            <a:r>
              <a:t>Empty states with CTA</a:t>
            </a:r>
          </a:p>
          <a:p>
            <a:pPr>
              <a:defRPr sz="2000"/>
            </a:pPr>
            <a:r>
              <a:t>Floating label fields for better form clarity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Files Updated (high signal)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app/globals.css (tokens, palette alignment)</a:t>
            </a:r>
          </a:p>
          <a:p>
            <a:pPr>
              <a:defRPr sz="2000"/>
            </a:pPr>
            <a:r>
              <a:t>components/layout/AppShell.tsx (glass topbar + dark mode toggle)</a:t>
            </a:r>
          </a:p>
          <a:p>
            <a:pPr>
              <a:defRPr sz="2000"/>
            </a:pPr>
            <a:r>
              <a:t>components/shared/{StatCard,EmptyState,LoadingSkeleton}.tsx</a:t>
            </a:r>
          </a:p>
          <a:p>
            <a:pPr>
              <a:defRPr sz="2000"/>
            </a:pPr>
            <a:r>
              <a:t>components/ui/floating-input.tsx</a:t>
            </a:r>
          </a:p>
          <a:p>
            <a:pPr>
              <a:defRPr sz="2000"/>
            </a:pPr>
            <a:r>
              <a:t>app/[locale]/(patient)/dashboard/page.tsx</a:t>
            </a:r>
          </a:p>
          <a:p>
            <a:pPr>
              <a:defRPr sz="2000"/>
            </a:pPr>
            <a:r>
              <a:t>app/[locale]/(patient)/book/page.tsx</a:t>
            </a:r>
          </a:p>
          <a:p>
            <a:pPr>
              <a:defRPr sz="2000"/>
            </a:pPr>
            <a:r>
              <a:t>components/admin/AdminDashboardClient.tsx</a:t>
            </a:r>
          </a:p>
          <a:p>
            <a:pPr>
              <a:defRPr sz="2000"/>
            </a:pPr>
            <a:r>
              <a:t>components/admin/ChartCard.tsx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Polishing Opportunities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Upgrade Doctor + Receptionist dashboards to use new StatCard + skeletons</a:t>
            </a:r>
          </a:p>
          <a:p>
            <a:pPr>
              <a:defRPr sz="2000"/>
            </a:pPr>
            <a:r>
              <a:t>Add reusable DataTable wrapper (search/sort/pagination UI)</a:t>
            </a:r>
          </a:p>
          <a:p>
            <a:pPr>
              <a:defRPr sz="2000"/>
            </a:pPr>
            <a:r>
              <a:t>Unify chart styling (axes, grid, tooltip) for premium consistency</a:t>
            </a:r>
          </a:p>
          <a:p>
            <a:pPr>
              <a:defRPr sz="2000"/>
            </a:pPr>
            <a:r>
              <a:t>Add more micro-interactions via CSS transitions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03504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Per constraints: backend logic unchanged.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